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6126480" cy="329184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 HACKATHON 2026  ·  ÇOKLU AJAN ALIŞVERİŞ ASİSTANI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ajansınız sizin için arar, eler, doğrular ve </a:t>
            </a:r>
            <a:pPr algn="l" indent="0" marL="0">
              <a:buNone/>
            </a:pPr>
            <a:r>
              <a:rPr lang="en-US" sz="26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pazarlık eder</a:t>
            </a:r>
            <a:pPr algn="l" indent="0" marL="0">
              <a:buNone/>
            </a:pPr>
            <a:r>
              <a:rPr lang="en-US" sz="2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saniyede karar  ·  4 ajan paralel  ·  Gerçek pazarlık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Sunan: AgentMarket Takımı  ·  agentmarket.local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alışveriş, kullanıcıyı yoruyor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92024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150B TL</a:t>
            </a:r>
            <a:pPr algn="l" indent="0" marL="0">
              <a:buNone/>
            </a:pP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e-ticaret hacmi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92024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35661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dk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sorgu başına araştırma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192024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35661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%18</a:t>
            </a:r>
            <a:pPr algn="l" indent="0" marL="0">
              <a:buNone/>
            </a:pP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sahte/şüpheli yorum oranı (sektör tahmini)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54864" cy="1828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89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BİR KULLANICI HİKAYESİ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balık tutmak isteyen babasına olta seti almak istiyor. Trendyol'da 200 sonuç çıkıyor — yarısı çakma görünüyor, yorumların yarısı şüpheli. 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dakika sonra hala karar veremedi. </a:t>
            </a:r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Sonunda yine yanlış aldı.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uzman ajan — paralel, otonom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240280" cy="27432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2402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3020" y="2240280"/>
            <a:ext cx="731520" cy="731520"/>
          </a:xfrm>
          <a:prstGeom prst="ellipse">
            <a:avLst/>
          </a:prstGeom>
          <a:solidFill>
            <a:srgbClr val="131A2E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Pazaryerlerini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tara, finalistleri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90088" y="1920240"/>
            <a:ext cx="2240280" cy="27432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90088" y="1920240"/>
            <a:ext cx="2240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4468" y="2240280"/>
            <a:ext cx="731520" cy="731520"/>
          </a:xfrm>
          <a:prstGeom prst="ellipse">
            <a:avLst/>
          </a:prstGeom>
          <a:solidFill>
            <a:srgbClr val="131A2E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628" y="23774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008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990088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172968" y="39319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Yorumları analiz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et, sahte olanları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31536" y="1920240"/>
            <a:ext cx="2240280" cy="27432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31536" y="1920240"/>
            <a:ext cx="224028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85916" y="2240280"/>
            <a:ext cx="731520" cy="731520"/>
          </a:xfrm>
          <a:prstGeom prst="ellipse">
            <a:avLst/>
          </a:prstGeom>
          <a:solidFill>
            <a:srgbClr val="131A2E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74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31536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31536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5614416" y="39319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&amp; otantiklik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872984" y="1920240"/>
            <a:ext cx="2240280" cy="27432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872984" y="1920240"/>
            <a:ext cx="22402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27364" y="2240280"/>
            <a:ext cx="731520" cy="731520"/>
          </a:xfrm>
          <a:prstGeom prst="ellipse">
            <a:avLst/>
          </a:prstGeom>
          <a:solidFill>
            <a:srgbClr val="131A2E"/>
          </a:solidFill>
          <a:ln w="15875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524" y="23774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872984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NEGOTIATOR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872984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Pazarlık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8055864" y="39319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Satıcıyla canlı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pazarlık yap, indirim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ekstra al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0314432" y="1920240"/>
            <a:ext cx="1481328" cy="274320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314432" y="1920240"/>
            <a:ext cx="1481328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3928" y="2377440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314432" y="28803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0314432" y="3337560"/>
            <a:ext cx="1481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Tasarruf</a:t>
            </a:r>
            <a:endParaRPr lang="en-US" sz="13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92624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60120" y="493776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orkestrasyonu  ·  A2A-uyumlu çoklu-ajan mesajlaşma</a:t>
            </a:r>
            <a:endParaRPr lang="en-US" sz="14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04104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60120" y="5349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· Flash · Vision  —  her ajan için doğru model</a:t>
            </a:r>
            <a:endParaRPr lang="en-US" sz="14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15584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60120" y="576072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dilde sorgudan 30 saniyede karara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5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2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dakika  ·  4 ajan  ·  gerçek bir pazarlık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598932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tuşa basmıyorum.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31A2E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MİMARİ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Slaytta istenen tüm framework'ler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96596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075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 +  App Router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 +  Framer Motion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canlı agent streaming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40680" cy="196596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828800"/>
            <a:ext cx="54864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07568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606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+  async pipeline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LangGraph-shaped orchestrator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 ile paralel ajanlar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440680" cy="196596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023360"/>
            <a:ext cx="54864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42702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8006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Pro · Vision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ajan kendi model tier'ında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cache  →  0 quota tekrar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63640" y="4023360"/>
            <a:ext cx="5440680" cy="1965960"/>
          </a:xfrm>
          <a:prstGeom prst="rect">
            <a:avLst/>
          </a:prstGeom>
          <a:solidFill>
            <a:srgbClr val="0F1424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63640" y="4023360"/>
            <a:ext cx="54864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297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42702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480060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pazarlık katmanı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seller (Gemini ile kalibre)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marketplace partnership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5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AGENTMARKET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BTK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AgentMarket — Pitch Deck</dc:title>
  <dc:subject>PptxGenJS Presentation</dc:subject>
  <dc:creator>AgentMarket Team</dc:creator>
  <cp:lastModifiedBy>AgentMarket Team</cp:lastModifiedBy>
  <cp:revision>1</cp:revision>
  <dcterms:created xsi:type="dcterms:W3CDTF">2026-05-17T01:39:33Z</dcterms:created>
  <dcterms:modified xsi:type="dcterms:W3CDTF">2026-05-17T01:39:33Z</dcterms:modified>
</cp:coreProperties>
</file>